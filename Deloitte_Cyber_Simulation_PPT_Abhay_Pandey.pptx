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EAF1F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41732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 w="12700">
            <a:solidFill>
              <a:srgbClr val="BFD3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JOB SIMULATION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965960"/>
            <a:ext cx="7406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Deloitte Australia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Job Simulation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Activity Log Analysis &amp; Cybersecurity Breach Investigation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630936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Abhay Pandey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</a:t>
            </a:r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2CSE34   |   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 </a:t>
            </a:r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25SCS1003003079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20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Australia (via Forage)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300" dirty="0"/>
          </a:p>
        </p:txBody>
      </p:sp>
      <p:pic>
        <p:nvPicPr>
          <p:cNvPr id="12" name="Image 0" descr="logo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103120"/>
            <a:ext cx="2148840" cy="25328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Certificate of Completion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532120" cy="4709160"/>
          </a:xfrm>
          <a:prstGeom prst="roundRect">
            <a:avLst>
              <a:gd name="adj" fmla="val 1553"/>
            </a:avLst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1AB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0876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DDF3E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CREDENTIAL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971800" y="1508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3rd, 2026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57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Deloitte Australia Cyber Job Simulation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 </a:t>
            </a:r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Abhay Pandey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Task Completed: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474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✓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— practical tasks in web activity log review and simulated breach investigation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CODES: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4590288"/>
            <a:ext cx="4892040" cy="384048"/>
          </a:xfrm>
          <a:prstGeom prst="roundRect">
            <a:avLst>
              <a:gd name="adj" fmla="val 14286"/>
            </a:avLst>
          </a:prstGeom>
          <a:solidFill>
            <a:srgbClr val="1323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459028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Enrolment: 6a99c5711364cf70c6765c9c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5047488"/>
            <a:ext cx="4892040" cy="384048"/>
          </a:xfrm>
          <a:prstGeom prst="roundRect">
            <a:avLst>
              <a:gd name="adj" fmla="val 14286"/>
            </a:avLst>
          </a:prstGeom>
          <a:solidFill>
            <a:srgbClr val="1323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504748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6a99c4cd6382fd454083115b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577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Countersigned by Tina McCreery, Chief Human Resources Officer, Deloitte.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55080" y="1234440"/>
            <a:ext cx="5257800" cy="4709160"/>
          </a:xfrm>
          <a:prstGeom prst="roundRect">
            <a:avLst>
              <a:gd name="adj" fmla="val 77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1AB">
                <a:alpha val="30000"/>
              </a:srgbClr>
            </a:outerShdw>
          </a:effectLst>
        </p:spPr>
      </p:sp>
      <p:pic>
        <p:nvPicPr>
          <p:cNvPr id="18" name="Image 0" descr="certificate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4800600" cy="349300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Job Simulation Report  •  Abhay Pandey  •  2CSE34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1556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1AB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09928"/>
            <a:ext cx="502920" cy="502920"/>
          </a:xfrm>
          <a:prstGeom prst="ellipse">
            <a:avLst/>
          </a:prstGeom>
          <a:solidFill>
            <a:srgbClr val="F3E4E6"/>
          </a:solidFill>
          <a:ln/>
        </p:spPr>
      </p:sp>
      <p:pic>
        <p:nvPicPr>
          <p:cNvPr id="5" name="Image 0" descr="icon_search_mar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830629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099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Objective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286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support a simulated Deloitte client during a cybersecurity breach by reading and analysing web activity logs, investigating user behaviour, and identifying the user associated with the most suspicious activity.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1AB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709928"/>
            <a:ext cx="502920" cy="502920"/>
          </a:xfrm>
          <a:prstGeom prst="ellipse">
            <a:avLst/>
          </a:prstGeom>
          <a:solidFill>
            <a:srgbClr val="F3E4E6"/>
          </a:solidFill>
          <a:ln/>
        </p:spPr>
      </p:sp>
      <p:pic>
        <p:nvPicPr>
          <p:cNvPr id="10" name="Image 1" descr="icon_layers_maro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1830629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7099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Simulation Context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286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through Forage's self-paced virtual workspace, replicating the role of a Deloitte cybersecurity analyst reviewing simulated log data for a client organisation. Focus: applying analytical and cybersecurity concepts to investigate potentially malicious activity.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886200"/>
            <a:ext cx="11018520" cy="1234440"/>
          </a:xfrm>
          <a:prstGeom prst="roundRect">
            <a:avLst>
              <a:gd name="adj" fmla="val 5926"/>
            </a:avLst>
          </a:prstGeom>
          <a:solidFill>
            <a:srgbClr val="EAF1FA"/>
          </a:solidFill>
          <a:ln w="12700">
            <a:solidFill>
              <a:srgbClr val="BFD3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1AB">
                <a:alpha val="25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86868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" y="4389120"/>
            <a:ext cx="10378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2C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consultants routinely support clients during active incidents by turning raw activity data into a clear, evidence-based account of what happened — the same structured reasoning this simulation was designed to practise.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Job Simulation Report  •  Abhay Pandey  •  2CSE34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1556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 Structure &amp; Focus Areas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1672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463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Covers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60920" y="1463040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the Investigation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167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Activity Logs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1965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identifiers, timestamps, page/resource requests, and other recorded activity fields.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1965960"/>
            <a:ext cx="4233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raw evidence base for reviewing user behaviour.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091672" cy="896112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788920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Behaviour Patterns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78892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Frequency, timing, and nature of requests made by each user.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788920"/>
            <a:ext cx="42336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what 'normal' activity looks like, so deviations stand out.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685032"/>
            <a:ext cx="1109167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685032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Indicators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3685032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request volume, atypical timing, or activity inconsistent with a user's role.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3685032"/>
            <a:ext cx="42336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entries that warrant closer manual review.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81144"/>
            <a:ext cx="11091672" cy="822960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58114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Cross-User Comparison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0" y="458114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activity across all users in the log.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4581144"/>
            <a:ext cx="4233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Narrows down which user's pattern is most consistent with the breach.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404104"/>
            <a:ext cx="1109167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404104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Investigative Conclusion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200400" y="5404104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identified as most likely associated with the suspicious activity.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5404104"/>
            <a:ext cx="42336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basis of the findings communicated to the simulated client.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Job Simulation Report  •  Abhay Pandey  •  2CSE34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Analysis Approach &amp; Key Considerations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1AB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594360" cy="594360"/>
          </a:xfrm>
          <a:prstGeom prst="ellipse">
            <a:avLst/>
          </a:prstGeom>
          <a:solidFill>
            <a:srgbClr val="FBEFE1"/>
          </a:solidFill>
          <a:ln/>
        </p:spPr>
      </p:sp>
      <p:pic>
        <p:nvPicPr>
          <p:cNvPr id="5" name="Image 0" descr="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92572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560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a Baseline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004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the full set of log entries first to understand typical activity — normal request volumes, common timing, and expected user behaviour — before attempting to flag anything as unusual.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34256" y="14630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1AB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54296" y="1783080"/>
            <a:ext cx="594360" cy="594360"/>
          </a:xfrm>
          <a:prstGeom prst="ellipse">
            <a:avLst/>
          </a:prstGeom>
          <a:solidFill>
            <a:srgbClr val="E7ECFB"/>
          </a:solidFill>
          <a:ln/>
        </p:spPr>
      </p:sp>
      <p:pic>
        <p:nvPicPr>
          <p:cNvPr id="10" name="Image 1" descr="icon_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942" y="192572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54296" y="2560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Comparison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4654296" y="32004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entries across users systematically rather than in isolation, since a single unusual entry is far less meaningful than a consistent pattern across a user's activity.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19872" y="14630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1AB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39912" y="1783080"/>
            <a:ext cx="594360" cy="594360"/>
          </a:xfrm>
          <a:prstGeom prst="ellipse">
            <a:avLst/>
          </a:prstGeom>
          <a:solidFill>
            <a:srgbClr val="E7F4EE"/>
          </a:solidFill>
          <a:ln/>
        </p:spPr>
      </p:sp>
      <p:pic>
        <p:nvPicPr>
          <p:cNvPr id="15" name="Image 2" descr="icon_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558" y="192572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9912" y="2560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Before Conclusions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8439912" y="32004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 identifying a suspicious user based on a single data point; conclusions were only drawn once multiple, consistent indicators pointed to the same user.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9834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BFD3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1AB">
                <a:alpha val="25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822960" y="49834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principle:  </a:t>
            </a:r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2C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conclusion in this investigation traces back to a specific, observable pattern in the log data — not assumption.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Job Simulation Report  •  Abhay Pandey  •  2CSE34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1556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Breach Investigation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1672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063240" y="1463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83880" y="1463040"/>
            <a:ext cx="3410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16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965960"/>
            <a:ext cx="2148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7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 Review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1965960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through the full web activity log line by line to understand the fields recorded and the range of user activity.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183880" y="1965960"/>
            <a:ext cx="34107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familiarity with the data before analysis begins.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44952"/>
            <a:ext cx="11091672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044952"/>
            <a:ext cx="2148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7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Pattern Identification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3044952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Noted timing, frequency, and type of requests for each user represented in the log.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3044952"/>
            <a:ext cx="34107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candidate anomalies for closer review.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23944"/>
            <a:ext cx="110916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123944"/>
            <a:ext cx="2148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7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Cross-User Analysis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4123944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flagged patterns against the activity of other users to check for consistency.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4123944"/>
            <a:ext cx="34107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out coincidence and isolates genuine outliers.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202936"/>
            <a:ext cx="11091672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202936"/>
            <a:ext cx="2148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7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Conclusion &amp; Reporting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063240" y="5202936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Determined the user most associated with the suspicious activity and documented the supporting reasoning.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5202936"/>
            <a:ext cx="34107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clear, defensible finding for the simulated client.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Job Simulation Report  •  Abhay Pandey  •  2CSE34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Skills Applied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977640" cy="4480560"/>
          </a:xfrm>
          <a:prstGeom prst="roundRect">
            <a:avLst>
              <a:gd name="adj" fmla="val 183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5400000">
              <a:srgbClr val="9AA1AB">
                <a:alpha val="25000"/>
              </a:srgbClr>
            </a:outerShdw>
          </a:effectLst>
        </p:spPr>
      </p:sp>
      <p:pic>
        <p:nvPicPr>
          <p:cNvPr id="4" name="Image 0" descr="icon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920240"/>
            <a:ext cx="1417320" cy="1417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3474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Security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886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Completed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188720" y="4434840"/>
            <a:ext cx="2697480" cy="0"/>
          </a:xfrm>
          <a:prstGeom prst="line">
            <a:avLst/>
          </a:prstGeom>
          <a:noFill/>
          <a:ln w="12700">
            <a:solidFill>
              <a:srgbClr val="3E56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46177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Forage on behalf of Deloitte Australia, September 3, 2026.</a:t>
            </a:r>
            <a:endParaRPr lang="en-US" sz="1150" dirty="0"/>
          </a:p>
        </p:txBody>
      </p:sp>
      <p:pic>
        <p:nvPicPr>
          <p:cNvPr id="9" name="Image 1" descr="icon_network_maro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087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49240" y="14630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Networking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5349240" y="1792224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web traffic, user requests, and network-related activity within the log data.</a:t>
            </a:r>
            <a:endParaRPr lang="en-US" sz="1200" dirty="0"/>
          </a:p>
        </p:txBody>
      </p:sp>
      <p:pic>
        <p:nvPicPr>
          <p:cNvPr id="12" name="Image 2" descr="icon_search_maro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587752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49240" y="254203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Analysis &amp; Data Analysis</a:t>
            </a:r>
            <a:endParaRPr lang="en-US" sz="1450" dirty="0"/>
          </a:p>
        </p:txBody>
      </p:sp>
      <p:sp>
        <p:nvSpPr>
          <p:cNvPr id="14" name="Text 9"/>
          <p:cNvSpPr txBox="1"/>
          <p:nvPr/>
        </p:nvSpPr>
        <p:spPr>
          <a:xfrm>
            <a:off x="5349240" y="2871216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Reading, filtering, and comparing log entries across users to draw evidence-based conclusions.</a:t>
            </a:r>
            <a:endParaRPr lang="en-US" sz="1200" dirty="0"/>
          </a:p>
        </p:txBody>
      </p:sp>
      <p:pic>
        <p:nvPicPr>
          <p:cNvPr id="15" name="Image 3" descr="icon_usersecret_maro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666744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349240" y="362102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Security</a:t>
            </a:r>
            <a:endParaRPr lang="en-US" sz="1450" dirty="0"/>
          </a:p>
        </p:txBody>
      </p:sp>
      <p:sp>
        <p:nvSpPr>
          <p:cNvPr id="17" name="Text 11"/>
          <p:cNvSpPr txBox="1"/>
          <p:nvPr/>
        </p:nvSpPr>
        <p:spPr>
          <a:xfrm>
            <a:off x="5349240" y="395020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constitutes suspicious activity and how it relates to a client breach.</a:t>
            </a:r>
            <a:endParaRPr lang="en-US" sz="1200" dirty="0"/>
          </a:p>
        </p:txBody>
      </p:sp>
      <p:pic>
        <p:nvPicPr>
          <p:cNvPr id="18" name="Image 4" descr="icon_file_maro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745736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49240" y="470001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Communication &amp; Planning</a:t>
            </a:r>
            <a:endParaRPr lang="en-US" sz="1450" dirty="0"/>
          </a:p>
        </p:txBody>
      </p:sp>
      <p:sp>
        <p:nvSpPr>
          <p:cNvPr id="20" name="Text 13"/>
          <p:cNvSpPr txBox="1"/>
          <p:nvPr/>
        </p:nvSpPr>
        <p:spPr>
          <a:xfrm>
            <a:off x="5349240" y="502920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 structured process and reporting findings clearly and professionally.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Job Simulation Report  •  Abhay Pandey  •  2CSE34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111556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Learning Outcomes — Full Mapping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Area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160520" y="1417320"/>
            <a:ext cx="7434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the Simulation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9167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202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/ Data Structures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1920240"/>
            <a:ext cx="7434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user attributes and log fields to one another to build a coherent investigative picture.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91672" cy="868680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788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Tools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2788920"/>
            <a:ext cx="7434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observed activity patterns clearly to support investigative findings.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167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657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Skills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3657600"/>
            <a:ext cx="7434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Organising and reviewing log-related data in a structured, tabular format.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11091672" cy="868680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5262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/ Python Programming / Software Development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4526280"/>
            <a:ext cx="7434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awareness of how analytical workspaces process log data; specific tools used were not evidenced in the material provided and are marked accordingly.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53212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BEFE1"/>
          </a:solidFill>
          <a:ln w="12700">
            <a:solidFill>
              <a:srgbClr val="EAD2AF"/>
            </a:solidFill>
            <a:prstDash val="solid"/>
          </a:ln>
          <a:effectLst>
            <a:outerShdw sx="100000" sy="100000" kx="0" ky="0" algn="bl" rotWithShape="0" blurRad="76200" dist="25400" dir="5400000">
              <a:srgbClr val="9AA1AB">
                <a:alpha val="25000"/>
              </a:srgbClr>
            </a:outerShdw>
          </a:effectLst>
        </p:spPr>
      </p:sp>
      <p:pic>
        <p:nvPicPr>
          <p:cNvPr id="19" name="Image 0" descr="icon_warning_mar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88152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280160" y="5532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note:  </a:t>
            </a:r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does not claim the use of Python, Excel, SQL, or Wireshark, as the material provided does not evidence specific tool use during the simulation.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Job Simulation Report  •  Abhay Pandey  •  2CSE34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1556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Investigative Rigour: What Each Check Was For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1672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337560" y="14630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829800" y="1463040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167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965960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1965960"/>
            <a:ext cx="6309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what 'normal' activity looks like before anything is flagged as suspicious.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738360" y="2258568"/>
            <a:ext cx="1810512" cy="347472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738360" y="225856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false positives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898648"/>
            <a:ext cx="11091672" cy="932688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898648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Across Entries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2898648"/>
            <a:ext cx="6309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that a flagged pattern recurs rather than appearing once by chance.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738360" y="3191256"/>
            <a:ext cx="1810512" cy="347472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738360" y="319125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evidence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831336"/>
            <a:ext cx="1109167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831336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Cross-User Review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3831336"/>
            <a:ext cx="6309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the flagged user's activity is genuinely distinct from their peers.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738360" y="4123944"/>
            <a:ext cx="1810512" cy="347472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38360" y="412394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attribution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764024"/>
            <a:ext cx="11091672" cy="932688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64024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of Reasoning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337560" y="4764024"/>
            <a:ext cx="6309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the final conclusion can be explained step-by-step to a non-technical client.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738360" y="5056632"/>
            <a:ext cx="1810512" cy="347472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38360" y="505663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findings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Job Simulation Report  •  Abhay Pandey  •  2CSE34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&amp; Ethical Practice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1AB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594360" cy="594360"/>
          </a:xfrm>
          <a:prstGeom prst="ellipse">
            <a:avLst/>
          </a:prstGeom>
          <a:solidFill>
            <a:srgbClr val="F3E4E6"/>
          </a:solidFill>
          <a:ln/>
        </p:spPr>
      </p:sp>
      <p:pic>
        <p:nvPicPr>
          <p:cNvPr id="5" name="Image 0" descr="icon_lock_mar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92572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5603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Confidentiality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3832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client and log data were treated as sensitive throughout, consistent with how a real cybersecurity engagement would handle client information.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34256" y="14630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1AB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54296" y="1783080"/>
            <a:ext cx="594360" cy="594360"/>
          </a:xfrm>
          <a:prstGeom prst="ellipse">
            <a:avLst/>
          </a:prstGeom>
          <a:solidFill>
            <a:srgbClr val="E7ECFB"/>
          </a:solidFill>
          <a:ln/>
        </p:spPr>
      </p:sp>
      <p:pic>
        <p:nvPicPr>
          <p:cNvPr id="10" name="Image 1" descr="icon_balance_maro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942" y="192572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54296" y="25603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Objectivity &amp; Evidence-Based Reasoning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4654296" y="33832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were based strictly on patterns observed in the log data, avoiding assumptions about any user based on incomplete evidence.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19872" y="14630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1AB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39912" y="1783080"/>
            <a:ext cx="594360" cy="594360"/>
          </a:xfrm>
          <a:prstGeom prst="ellipse">
            <a:avLst/>
          </a:prstGeom>
          <a:solidFill>
            <a:srgbClr val="E7F4EE"/>
          </a:solidFill>
          <a:ln/>
        </p:spPr>
      </p:sp>
      <p:pic>
        <p:nvPicPr>
          <p:cNvPr id="15" name="Image 2" descr="icon_usershield_maro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558" y="192572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9912" y="25603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Reporting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8439912" y="33832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were structured and communicated in a manner appropriate for a client-facing cybersecurity consulting deliverable.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Job Simulation Report  •  Abhay Pandey  •  2CSE34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1556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EAF1FA"/>
          </a:solidFill>
          <a:ln w="12700">
            <a:solidFill>
              <a:srgbClr val="BFD3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1AB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10469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C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Deloitte Australia Cyber Job Simulation, completed via Forage, provided practical, hands-on exposure to the investigative work of a cybersecurity analyst supporting a client through a simulated breach.</a:t>
            </a:r>
            <a:endParaRPr lang="en-US" sz="1450" dirty="0"/>
          </a:p>
        </p:txBody>
      </p:sp>
      <p:pic>
        <p:nvPicPr>
          <p:cNvPr id="5" name="Image 0" descr="icon_check_mar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85032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3657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Reinforced the discipline of drawing conclusions from evidence rather than assumption.</a:t>
            </a:r>
            <a:endParaRPr lang="en-US" sz="1350" dirty="0"/>
          </a:p>
        </p:txBody>
      </p:sp>
      <p:pic>
        <p:nvPicPr>
          <p:cNvPr id="7" name="Image 1" descr="icon_check_maro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51960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05840" y="42245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structured, methodical thinking applicable across cybersecurity and data analysis contexts.</a:t>
            </a:r>
            <a:endParaRPr lang="en-US" sz="1350" dirty="0"/>
          </a:p>
        </p:txBody>
      </p:sp>
      <p:pic>
        <p:nvPicPr>
          <p:cNvPr id="9" name="Image 2" descr="icon_check_maro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18888"/>
            <a:ext cx="292608" cy="29260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05840" y="479145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a client-facing perspective on how investigative findings are reasoned through and reported.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Job Simulation Report  •  Abhay Pandey  •  2CSE34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111556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C4677">
              <a:alpha val="7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331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2A3F63"/>
          </a:solidFill>
          <a:ln w="12700">
            <a:solidFill>
              <a:srgbClr val="3E568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160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Abhay Pandey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26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2CSE34   |   Roll Number: 25SCS1003003079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46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Australia Cyber Job Simulation — via Forage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66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15400" y="251460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</p:spPr>
      </p:sp>
      <p:pic>
        <p:nvPicPr>
          <p:cNvPr id="11" name="Image 0" descr="logo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2743200"/>
            <a:ext cx="201168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2026-09-04T03:37:35Z</dcterms:created>
  <dcterms:modified xsi:type="dcterms:W3CDTF">2026-09-04T03:37:35Z</dcterms:modified>
</cp:coreProperties>
</file>